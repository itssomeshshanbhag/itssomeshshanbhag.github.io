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5EC0-C895-9C13-D2A4-8373B60A7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4D339-6FE5-C521-867A-47D2670FA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E4861-2DEB-56CE-5F28-2975406E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96DAA-F419-5DBD-5CB9-5BB35A74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84F85-E1F9-42FD-5CA4-7782354A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0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D116-125F-09A3-9DD2-705C9C28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FB6B1-4D54-94EF-44C3-8DA6BE6E0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EE1A5-D6CD-21C3-A83C-75F2E779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6701A-E84D-4AD3-52BF-2EA38732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6B183-6492-5998-95B3-6C8D4822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2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2FF4-4A54-D411-9E82-882BDD89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DFB8F-AEAF-E361-30ED-2CB68BDB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B41E-6AFF-F6F8-80F8-E6CC774E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FF9DE-5809-A531-579D-9E7DFCBA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C6AD0-D853-48BA-984B-55FFA11C1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8299-DBFA-7933-4BDB-F190F805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73801-88DE-0A23-40F4-FE5B68B3F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C486E-D6FC-96C1-8436-980BCE1BB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F48BB-8014-989A-D3B1-EA7EAE17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4EB27-825F-0FDE-7C3E-F192D836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DE00B-D4AE-392F-4AF5-2E81F869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9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5EBA-B7F3-BC96-8C65-94CE09CC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5E257-E438-DCCD-9A80-B6829C0CA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E0E69-B1DC-B2B7-A4F1-77A84C3D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EA8D9-448E-A05A-21AB-E4CE8696D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A95E9-D248-B889-23DF-2A12487BA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6E5319-8B4B-1EA1-9C9B-ED37941F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2D4982-4250-0267-FE2A-55769196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D371D-79A0-E75F-BCFC-FC25DF29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0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E45B-6A20-2792-5AC1-451FAD56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A5446-9271-F2DA-9AAB-0F5EBB16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8D424-2791-68CA-4662-BE5E9B97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566B7-6C72-E32D-8B2D-386ADAB4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3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2543D-E20A-85C9-D838-761B78B3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5918D-93FA-0984-3785-31246F60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7AFC2-9113-8A16-9E43-5FA93069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8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0E06-D04F-97E5-350B-06618B90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90919-2A6C-8962-F622-9499F8230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7DAEB-DC0C-39A2-F5FF-C3AB6FE50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86702-CD1B-8FAE-BAA3-C8B8EA69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0885B-6333-A123-7E4C-0CFB263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597A6-3C47-3C7C-2332-EA73DD99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7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00CD-1CAF-95E7-930D-F4B347AE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43FB6-F446-00DA-C078-076B4DF41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BD696-DC15-794E-F27F-8C239CBD7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313B9-8972-DDDA-8482-313094D9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3C9B4-8123-3067-E9BC-DA477F9B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B473A-D350-1654-7DA2-B89BE461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1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90FA-0CB8-1062-77D9-7E931DB11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D7CC2-56B2-D68F-D300-DF17CEDDD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E77A7-1ACF-F414-5D51-6C837D26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B5D2C-F5B2-98ED-6D7A-42EC4EEC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3E2AC-598F-4ABD-F197-43CC15FC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8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ECBCE-98F8-9F51-A049-7E8807013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F0FE9-4A8B-F9C1-7A5F-5F9CD967E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4EF92-0D67-F13E-48C3-9FB93E664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B09E3-6D8E-3AC6-95AB-00B06453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83A0F-E202-2637-B96C-62754FDA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1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DD9793-E8EB-E68A-01AD-C3688B7C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53305-0BEC-D2AE-3A93-FB1DF352C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20FA2-6F67-ED1D-4585-A093B2079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5F157-0BE6-4547-B38E-B4EBA7561CCC}" type="datetimeFigureOut">
              <a:rPr lang="en-US" smtClean="0"/>
              <a:t>05-Dec-25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C2A26-EEFB-A13E-BD44-C40884007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23DAA-C457-D9FA-C35E-F1FE2022F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1C644-E0E2-4329-A177-68A1FBD3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4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>
            <a:extLst>
              <a:ext uri="{FF2B5EF4-FFF2-40B4-BE49-F238E27FC236}">
                <a16:creationId xmlns:a16="http://schemas.microsoft.com/office/drawing/2014/main" id="{AD1A98C2-701A-F992-9FCA-95EA13D08506}"/>
              </a:ext>
            </a:extLst>
          </p:cNvPr>
          <p:cNvSpPr/>
          <p:nvPr/>
        </p:nvSpPr>
        <p:spPr>
          <a:xfrm>
            <a:off x="172720" y="81280"/>
            <a:ext cx="11836400" cy="6614160"/>
          </a:xfrm>
          <a:prstGeom prst="frame">
            <a:avLst>
              <a:gd name="adj1" fmla="val 220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4BD680-3BAC-D3F2-629D-4E3FC9DF6E53}"/>
              </a:ext>
            </a:extLst>
          </p:cNvPr>
          <p:cNvCxnSpPr>
            <a:cxnSpLocks/>
          </p:cNvCxnSpPr>
          <p:nvPr/>
        </p:nvCxnSpPr>
        <p:spPr>
          <a:xfrm>
            <a:off x="416560" y="1076960"/>
            <a:ext cx="11226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6CD193-5C4A-CF67-0F7F-B9862083E291}"/>
              </a:ext>
            </a:extLst>
          </p:cNvPr>
          <p:cNvSpPr txBox="1"/>
          <p:nvPr/>
        </p:nvSpPr>
        <p:spPr>
          <a:xfrm>
            <a:off x="416560" y="323334"/>
            <a:ext cx="220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RentSmart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4F1896-79BC-928E-66B5-E8E0880F5AD7}"/>
              </a:ext>
            </a:extLst>
          </p:cNvPr>
          <p:cNvSpPr/>
          <p:nvPr/>
        </p:nvSpPr>
        <p:spPr>
          <a:xfrm>
            <a:off x="711200" y="1473200"/>
            <a:ext cx="1402080" cy="10159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KPI</a:t>
            </a:r>
            <a:r>
              <a:rPr lang="en-US" dirty="0">
                <a:solidFill>
                  <a:schemeClr val="tx1"/>
                </a:solidFill>
              </a:rPr>
              <a:t> Card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F6443E-4E27-A96B-23E5-DB9480C713B0}"/>
              </a:ext>
            </a:extLst>
          </p:cNvPr>
          <p:cNvSpPr/>
          <p:nvPr/>
        </p:nvSpPr>
        <p:spPr>
          <a:xfrm>
            <a:off x="2428240" y="1461255"/>
            <a:ext cx="1402080" cy="10159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KPI</a:t>
            </a:r>
            <a:r>
              <a:rPr lang="en-US" dirty="0">
                <a:solidFill>
                  <a:schemeClr val="tx1"/>
                </a:solidFill>
              </a:rPr>
              <a:t> Card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EF96C1-9A91-9991-E2AE-2C106551B58F}"/>
              </a:ext>
            </a:extLst>
          </p:cNvPr>
          <p:cNvSpPr/>
          <p:nvPr/>
        </p:nvSpPr>
        <p:spPr>
          <a:xfrm>
            <a:off x="4145280" y="1461255"/>
            <a:ext cx="1402080" cy="10159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KPI</a:t>
            </a:r>
            <a:r>
              <a:rPr lang="en-US" dirty="0">
                <a:solidFill>
                  <a:schemeClr val="tx1"/>
                </a:solidFill>
              </a:rPr>
              <a:t> Card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917E33-92D8-FA84-1A68-B92193BA1745}"/>
              </a:ext>
            </a:extLst>
          </p:cNvPr>
          <p:cNvSpPr/>
          <p:nvPr/>
        </p:nvSpPr>
        <p:spPr>
          <a:xfrm>
            <a:off x="711200" y="2749785"/>
            <a:ext cx="4836160" cy="15867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Trend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0DDA3F-D72D-5D20-8A9D-5E06DDEAA014}"/>
              </a:ext>
            </a:extLst>
          </p:cNvPr>
          <p:cNvSpPr/>
          <p:nvPr/>
        </p:nvSpPr>
        <p:spPr>
          <a:xfrm>
            <a:off x="711200" y="4631170"/>
            <a:ext cx="4836160" cy="15867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Trend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D25B38-59DD-1ED8-87D2-1AE4677C6A1C}"/>
              </a:ext>
            </a:extLst>
          </p:cNvPr>
          <p:cNvSpPr/>
          <p:nvPr/>
        </p:nvSpPr>
        <p:spPr>
          <a:xfrm>
            <a:off x="6258560" y="2749784"/>
            <a:ext cx="5384800" cy="346812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 Tool with Colored Bubbles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1DA2994A-F68C-26AF-1E45-1CAC0FA557D5}"/>
              </a:ext>
            </a:extLst>
          </p:cNvPr>
          <p:cNvSpPr/>
          <p:nvPr/>
        </p:nvSpPr>
        <p:spPr>
          <a:xfrm>
            <a:off x="6715760" y="1461255"/>
            <a:ext cx="1402080" cy="1109224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B868122-3588-1714-5A15-8A0F21E11FF9}"/>
              </a:ext>
            </a:extLst>
          </p:cNvPr>
          <p:cNvSpPr/>
          <p:nvPr/>
        </p:nvSpPr>
        <p:spPr>
          <a:xfrm>
            <a:off x="8249920" y="1461255"/>
            <a:ext cx="1402080" cy="1109224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E6D8EC6-CB08-32AD-65E7-92DBA9388433}"/>
              </a:ext>
            </a:extLst>
          </p:cNvPr>
          <p:cNvSpPr/>
          <p:nvPr/>
        </p:nvSpPr>
        <p:spPr>
          <a:xfrm>
            <a:off x="9855200" y="1461255"/>
            <a:ext cx="1402080" cy="1109224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4F24A4-7949-A685-9A07-466B60A05DD9}"/>
              </a:ext>
            </a:extLst>
          </p:cNvPr>
          <p:cNvSpPr/>
          <p:nvPr/>
        </p:nvSpPr>
        <p:spPr>
          <a:xfrm>
            <a:off x="7985760" y="323334"/>
            <a:ext cx="1463040" cy="753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Trend Button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01BB043-9BEF-69D0-4E8C-211D17E65B2F}"/>
              </a:ext>
            </a:extLst>
          </p:cNvPr>
          <p:cNvSpPr/>
          <p:nvPr/>
        </p:nvSpPr>
        <p:spPr>
          <a:xfrm>
            <a:off x="9601200" y="323334"/>
            <a:ext cx="1463040" cy="753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Detail Button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52D25E-0692-9D96-37AA-C2D6D50C4B07}"/>
              </a:ext>
            </a:extLst>
          </p:cNvPr>
          <p:cNvCxnSpPr>
            <a:cxnSpLocks/>
          </p:cNvCxnSpPr>
          <p:nvPr/>
        </p:nvCxnSpPr>
        <p:spPr>
          <a:xfrm flipH="1">
            <a:off x="8503920" y="3840480"/>
            <a:ext cx="213360" cy="4960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C1DFBF-EFD8-DFA6-01C3-88FE1676060A}"/>
              </a:ext>
            </a:extLst>
          </p:cNvPr>
          <p:cNvSpPr txBox="1"/>
          <p:nvPr/>
        </p:nvSpPr>
        <p:spPr>
          <a:xfrm>
            <a:off x="8412480" y="2962865"/>
            <a:ext cx="265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Req-04: Map must change color based on logic.</a:t>
            </a:r>
          </a:p>
        </p:txBody>
      </p:sp>
    </p:spTree>
    <p:extLst>
      <p:ext uri="{BB962C8B-B14F-4D97-AF65-F5344CB8AC3E}">
        <p14:creationId xmlns:p14="http://schemas.microsoft.com/office/powerpoint/2010/main" val="168432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ame 19">
            <a:extLst>
              <a:ext uri="{FF2B5EF4-FFF2-40B4-BE49-F238E27FC236}">
                <a16:creationId xmlns:a16="http://schemas.microsoft.com/office/drawing/2014/main" id="{6316DCF9-4832-D6F8-E22D-78393439E946}"/>
              </a:ext>
            </a:extLst>
          </p:cNvPr>
          <p:cNvSpPr/>
          <p:nvPr/>
        </p:nvSpPr>
        <p:spPr>
          <a:xfrm>
            <a:off x="172720" y="81280"/>
            <a:ext cx="11836400" cy="6614160"/>
          </a:xfrm>
          <a:prstGeom prst="frame">
            <a:avLst>
              <a:gd name="adj1" fmla="val 220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8FE419-776F-A322-C84F-115F4A1A61C1}"/>
              </a:ext>
            </a:extLst>
          </p:cNvPr>
          <p:cNvCxnSpPr>
            <a:cxnSpLocks/>
          </p:cNvCxnSpPr>
          <p:nvPr/>
        </p:nvCxnSpPr>
        <p:spPr>
          <a:xfrm>
            <a:off x="416560" y="1076960"/>
            <a:ext cx="11226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BCBF121-24C2-6C32-E041-CC4F2DF6DF5F}"/>
              </a:ext>
            </a:extLst>
          </p:cNvPr>
          <p:cNvSpPr txBox="1"/>
          <p:nvPr/>
        </p:nvSpPr>
        <p:spPr>
          <a:xfrm>
            <a:off x="416560" y="323334"/>
            <a:ext cx="220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RentSmart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119764-5AF8-6C6A-7B88-5C5007E51275}"/>
              </a:ext>
            </a:extLst>
          </p:cNvPr>
          <p:cNvSpPr/>
          <p:nvPr/>
        </p:nvSpPr>
        <p:spPr>
          <a:xfrm>
            <a:off x="711200" y="1473200"/>
            <a:ext cx="1402080" cy="10159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KPI</a:t>
            </a:r>
            <a:r>
              <a:rPr lang="en-US" dirty="0">
                <a:solidFill>
                  <a:schemeClr val="tx1"/>
                </a:solidFill>
              </a:rPr>
              <a:t> Card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E2BB44F-15E7-13DD-250E-EB97071DD8A5}"/>
              </a:ext>
            </a:extLst>
          </p:cNvPr>
          <p:cNvSpPr/>
          <p:nvPr/>
        </p:nvSpPr>
        <p:spPr>
          <a:xfrm>
            <a:off x="2428240" y="1461255"/>
            <a:ext cx="1402080" cy="10159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KPI</a:t>
            </a:r>
            <a:r>
              <a:rPr lang="en-US" dirty="0">
                <a:solidFill>
                  <a:schemeClr val="tx1"/>
                </a:solidFill>
              </a:rPr>
              <a:t> Card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0B46FF-59F1-D764-C238-033F20301944}"/>
              </a:ext>
            </a:extLst>
          </p:cNvPr>
          <p:cNvSpPr/>
          <p:nvPr/>
        </p:nvSpPr>
        <p:spPr>
          <a:xfrm>
            <a:off x="4145280" y="1461255"/>
            <a:ext cx="1402080" cy="10159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KPI</a:t>
            </a:r>
            <a:r>
              <a:rPr lang="en-US" dirty="0">
                <a:solidFill>
                  <a:schemeClr val="tx1"/>
                </a:solidFill>
              </a:rPr>
              <a:t> Card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1469039-A9E0-DFB5-A153-F3F0144CD198}"/>
              </a:ext>
            </a:extLst>
          </p:cNvPr>
          <p:cNvSpPr/>
          <p:nvPr/>
        </p:nvSpPr>
        <p:spPr>
          <a:xfrm>
            <a:off x="6258560" y="2749784"/>
            <a:ext cx="5384800" cy="346812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 Tool with Colored Bubbles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9F411D82-EBB1-F9A3-0858-D824F359FB92}"/>
              </a:ext>
            </a:extLst>
          </p:cNvPr>
          <p:cNvSpPr/>
          <p:nvPr/>
        </p:nvSpPr>
        <p:spPr>
          <a:xfrm>
            <a:off x="6715760" y="1461255"/>
            <a:ext cx="1402080" cy="1109224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EAB2F795-F177-F077-B1B7-8F34FA175660}"/>
              </a:ext>
            </a:extLst>
          </p:cNvPr>
          <p:cNvSpPr/>
          <p:nvPr/>
        </p:nvSpPr>
        <p:spPr>
          <a:xfrm>
            <a:off x="8249920" y="1461255"/>
            <a:ext cx="1402080" cy="1109224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9B5A32A7-32C7-2E8B-BCFF-BEE97732414F}"/>
              </a:ext>
            </a:extLst>
          </p:cNvPr>
          <p:cNvSpPr/>
          <p:nvPr/>
        </p:nvSpPr>
        <p:spPr>
          <a:xfrm>
            <a:off x="9855200" y="1461255"/>
            <a:ext cx="1402080" cy="1109224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684D35F-3315-38C8-C1F2-33BAD8CF6C10}"/>
              </a:ext>
            </a:extLst>
          </p:cNvPr>
          <p:cNvSpPr/>
          <p:nvPr/>
        </p:nvSpPr>
        <p:spPr>
          <a:xfrm>
            <a:off x="7985760" y="323334"/>
            <a:ext cx="1463040" cy="753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Trend Button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C6583D-BA51-BA36-B7F4-69F11EF998A9}"/>
              </a:ext>
            </a:extLst>
          </p:cNvPr>
          <p:cNvSpPr/>
          <p:nvPr/>
        </p:nvSpPr>
        <p:spPr>
          <a:xfrm>
            <a:off x="9601200" y="323334"/>
            <a:ext cx="1463040" cy="753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Detail Button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8E2B45-BBE8-7262-0349-9D4AD372FB46}"/>
              </a:ext>
            </a:extLst>
          </p:cNvPr>
          <p:cNvCxnSpPr>
            <a:cxnSpLocks/>
          </p:cNvCxnSpPr>
          <p:nvPr/>
        </p:nvCxnSpPr>
        <p:spPr>
          <a:xfrm flipH="1">
            <a:off x="8503920" y="3840480"/>
            <a:ext cx="213360" cy="4960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02B3401-A52B-8D7B-28E4-C43CFE1EF76E}"/>
              </a:ext>
            </a:extLst>
          </p:cNvPr>
          <p:cNvSpPr txBox="1"/>
          <p:nvPr/>
        </p:nvSpPr>
        <p:spPr>
          <a:xfrm>
            <a:off x="8412480" y="2962865"/>
            <a:ext cx="265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Req-04: Map must change color based on logic.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6372CD9-1BE8-6158-EBC4-6B67745CB197}"/>
              </a:ext>
            </a:extLst>
          </p:cNvPr>
          <p:cNvSpPr/>
          <p:nvPr/>
        </p:nvSpPr>
        <p:spPr>
          <a:xfrm>
            <a:off x="711200" y="2661921"/>
            <a:ext cx="5059680" cy="355599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Details of the properties as a list</a:t>
            </a:r>
          </a:p>
        </p:txBody>
      </p:sp>
    </p:spTree>
    <p:extLst>
      <p:ext uri="{BB962C8B-B14F-4D97-AF65-F5344CB8AC3E}">
        <p14:creationId xmlns:p14="http://schemas.microsoft.com/office/powerpoint/2010/main" val="3339236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67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Somesh Shanbhag</dc:creator>
  <cp:lastModifiedBy>Somesh Shanbhag</cp:lastModifiedBy>
  <cp:revision>1</cp:revision>
  <dcterms:created xsi:type="dcterms:W3CDTF">2025-12-04T22:00:33Z</dcterms:created>
  <dcterms:modified xsi:type="dcterms:W3CDTF">2025-12-04T22:35:40Z</dcterms:modified>
</cp:coreProperties>
</file>